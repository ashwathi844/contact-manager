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9" r:id="rId5"/>
    <p:sldId id="260" r:id="rId6"/>
    <p:sldId id="262" r:id="rId7"/>
    <p:sldId id="266" r:id="rId8"/>
    <p:sldId id="267"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72"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44289-6535-4B55-8DD0-D2A866B148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927F58-156E-4ADE-BAC8-54E7333F17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5E2AD3-8CD8-41AC-9BBD-AF4F3FDBE212}"/>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D552E1B7-8D2F-4849-B153-058014BD57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07E7E7-7577-4A07-9BA3-FCA97357E27E}"/>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442916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AA82-6DD0-4B75-9607-933B228CA5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882385-922F-4985-8F35-3ABCB7D9A5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AB285-0044-4AB8-B314-494E16B6AE62}"/>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CA202CC8-AA3D-494B-82D1-86E9D43F1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F02D1-3A64-445F-B97F-34CEF9E9D7F3}"/>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380243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A1241-7212-4FED-B6BA-4489513D42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B51F3F-DF77-4EED-B19C-D6FBA9BCB0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270F9E-D1DC-4798-A546-C4D1212FEC73}"/>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813D9305-526F-41B4-912B-B792A19D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E5FDA-DBC3-4B17-9159-577039B53F6F}"/>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140440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A8828-E108-461D-9E8F-9D1015E64B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BAE3B-FD9E-44EA-A75E-36CA366D9C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558B77-38E0-4803-9625-E3267AA553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BA09AB-655D-4FAA-87EB-23E08A58B400}"/>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6" name="Footer Placeholder 5">
            <a:extLst>
              <a:ext uri="{FF2B5EF4-FFF2-40B4-BE49-F238E27FC236}">
                <a16:creationId xmlns:a16="http://schemas.microsoft.com/office/drawing/2014/main" id="{57FC8FB3-0554-453F-990D-FF7BA05AE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2DE6B0-5022-456A-BBAF-DADAB65638B7}"/>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1002491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123D-4AC0-4215-B7B3-DE6EF3D787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75CE8D-91C4-4198-8F49-6BA8470376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46EE18-E63A-4206-B199-B0BB2BA24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A30E05-D7E7-4647-9871-80F89CF287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C81978-CD82-417D-BD25-D494C3ECA9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CFB261-F9F7-4A4A-9C40-65F6D24C6FBF}"/>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8" name="Footer Placeholder 7">
            <a:extLst>
              <a:ext uri="{FF2B5EF4-FFF2-40B4-BE49-F238E27FC236}">
                <a16:creationId xmlns:a16="http://schemas.microsoft.com/office/drawing/2014/main" id="{E77ACA68-2DD9-4E6D-954F-B56C0E2863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D8C71A-8375-4C39-9547-E76D2A357496}"/>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33445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6F7A-31C2-4E92-ABA0-9135AED58F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13754F-15AB-4F32-A72F-7E31184E4E1C}"/>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4" name="Footer Placeholder 3">
            <a:extLst>
              <a:ext uri="{FF2B5EF4-FFF2-40B4-BE49-F238E27FC236}">
                <a16:creationId xmlns:a16="http://schemas.microsoft.com/office/drawing/2014/main" id="{644D9C6F-AED9-4DE0-B446-B292B87E6F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0037CA-68C0-4682-BE97-EA15CD7EF180}"/>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1346985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CAB844-6C05-456D-AE6D-D848799005C8}"/>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3" name="Footer Placeholder 2">
            <a:extLst>
              <a:ext uri="{FF2B5EF4-FFF2-40B4-BE49-F238E27FC236}">
                <a16:creationId xmlns:a16="http://schemas.microsoft.com/office/drawing/2014/main" id="{CCC71732-F3FE-43DE-BB54-2F48218CBA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8BA9A9-0312-4412-A36C-57E29391E6D7}"/>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190045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2B13-2CA5-4B09-A4F4-BE27038882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3BC632-E071-434B-B239-2DB2CAFF0E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E61577-7282-4174-8B79-7377D09E4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BAED8-B4A9-47EC-9B38-81239EFE24FF}"/>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6" name="Footer Placeholder 5">
            <a:extLst>
              <a:ext uri="{FF2B5EF4-FFF2-40B4-BE49-F238E27FC236}">
                <a16:creationId xmlns:a16="http://schemas.microsoft.com/office/drawing/2014/main" id="{232A3D4A-6806-4129-8B19-47833D172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4ED687-24A5-4293-AFB0-65BE8A2BA4BB}"/>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2604822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9D621-E78E-4651-9BF5-DC2E8361B0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49EBD5-D1EC-46C7-8CBD-C8E5A2328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FD4AD8-2586-407E-8AAB-6BA0C4833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8DBD1B-6D0F-4056-9216-19032224732E}"/>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6" name="Footer Placeholder 5">
            <a:extLst>
              <a:ext uri="{FF2B5EF4-FFF2-40B4-BE49-F238E27FC236}">
                <a16:creationId xmlns:a16="http://schemas.microsoft.com/office/drawing/2014/main" id="{C26652BD-5FDC-4E71-943C-62C4F43C6C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004599-E0EB-42B9-9153-37E052DC44E9}"/>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3580462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6B39-3160-4F63-96DE-AE9313EAC6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B908A4-5F8A-4EAD-96DB-0E5979A9D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78ECA-C3C7-47D5-BE2F-FF2283A451DE}"/>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066835FC-E403-4D31-91BD-55086D1B2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57526D-D60F-47A1-AACE-AD9590F7A0D6}"/>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3819223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2556D-A42B-4C86-8794-C44D6E5DB9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748570-F37F-4A63-BB49-070EF1A16E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49DF9A-DFE3-4896-83F4-DE6569924FF8}"/>
              </a:ext>
            </a:extLst>
          </p:cNvPr>
          <p:cNvSpPr>
            <a:spLocks noGrp="1"/>
          </p:cNvSpPr>
          <p:nvPr>
            <p:ph type="dt" sz="half" idx="10"/>
          </p:nvPr>
        </p:nvSpPr>
        <p:spPr/>
        <p:txBody>
          <a:body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1B919BD8-CEC3-4046-BD25-806DD22D1C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84CA4-D254-420B-8532-5D8FD3846746}"/>
              </a:ext>
            </a:extLst>
          </p:cNvPr>
          <p:cNvSpPr>
            <a:spLocks noGrp="1"/>
          </p:cNvSpPr>
          <p:nvPr>
            <p:ph type="sldNum" sz="quarter" idx="12"/>
          </p:nvPr>
        </p:nvSpPr>
        <p:spPr/>
        <p:txBody>
          <a:bodyPr/>
          <a:lstStyle/>
          <a:p>
            <a:fld id="{C0F38FBE-1132-46FE-A0FB-531B47F7EC65}" type="slidenum">
              <a:rPr lang="en-US" smtClean="0"/>
              <a:t>‹#›</a:t>
            </a:fld>
            <a:endParaRPr lang="en-US"/>
          </a:p>
        </p:txBody>
      </p:sp>
    </p:spTree>
    <p:extLst>
      <p:ext uri="{BB962C8B-B14F-4D97-AF65-F5344CB8AC3E}">
        <p14:creationId xmlns:p14="http://schemas.microsoft.com/office/powerpoint/2010/main" val="1298715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67980C-8F1E-4C54-965F-A0ABFAD332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44C72B-A23B-487B-A15A-C92F2F888B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CE10F-0BCE-47E3-B25C-6A9682F66E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4839F5-BB89-40BE-9A5B-6B6BB4BF2214}" type="datetimeFigureOut">
              <a:rPr lang="en-US" smtClean="0"/>
              <a:t>3/8/2026</a:t>
            </a:fld>
            <a:endParaRPr lang="en-US"/>
          </a:p>
        </p:txBody>
      </p:sp>
      <p:sp>
        <p:nvSpPr>
          <p:cNvPr id="5" name="Footer Placeholder 4">
            <a:extLst>
              <a:ext uri="{FF2B5EF4-FFF2-40B4-BE49-F238E27FC236}">
                <a16:creationId xmlns:a16="http://schemas.microsoft.com/office/drawing/2014/main" id="{D27FFDC2-A2C4-4E8E-A83D-E0200C03BA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2A8405-5194-43D1-B107-8CBFD1296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38FBE-1132-46FE-A0FB-531B47F7EC65}" type="slidenum">
              <a:rPr lang="en-US" smtClean="0"/>
              <a:t>‹#›</a:t>
            </a:fld>
            <a:endParaRPr lang="en-US"/>
          </a:p>
        </p:txBody>
      </p:sp>
    </p:spTree>
    <p:extLst>
      <p:ext uri="{BB962C8B-B14F-4D97-AF65-F5344CB8AC3E}">
        <p14:creationId xmlns:p14="http://schemas.microsoft.com/office/powerpoint/2010/main" val="885580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AC91-F594-48FC-8DA2-67F6C1E876D1}"/>
              </a:ext>
            </a:extLst>
          </p:cNvPr>
          <p:cNvSpPr>
            <a:spLocks noGrp="1"/>
          </p:cNvSpPr>
          <p:nvPr>
            <p:ph type="ctrTitle"/>
          </p:nvPr>
        </p:nvSpPr>
        <p:spPr/>
        <p:txBody>
          <a:bodyPr/>
          <a:lstStyle/>
          <a:p>
            <a:pPr algn="l"/>
            <a:r>
              <a:rPr lang="en-US" dirty="0">
                <a:solidFill>
                  <a:schemeClr val="accent6">
                    <a:lumMod val="50000"/>
                  </a:schemeClr>
                </a:solidFill>
                <a:latin typeface="Algerian" panose="04020705040A02060702" pitchFamily="82" charset="0"/>
              </a:rPr>
              <a:t>   CONTACT </a:t>
            </a:r>
            <a:br>
              <a:rPr lang="en-US" dirty="0">
                <a:solidFill>
                  <a:schemeClr val="accent6">
                    <a:lumMod val="50000"/>
                  </a:schemeClr>
                </a:solidFill>
                <a:latin typeface="Algerian" panose="04020705040A02060702" pitchFamily="82" charset="0"/>
              </a:rPr>
            </a:br>
            <a:r>
              <a:rPr lang="en-US" dirty="0">
                <a:solidFill>
                  <a:schemeClr val="accent6">
                    <a:lumMod val="50000"/>
                  </a:schemeClr>
                </a:solidFill>
                <a:latin typeface="Algerian" panose="04020705040A02060702" pitchFamily="82" charset="0"/>
              </a:rPr>
              <a:t>                  MANAGER</a:t>
            </a:r>
          </a:p>
        </p:txBody>
      </p:sp>
      <p:sp>
        <p:nvSpPr>
          <p:cNvPr id="3" name="Subtitle 2">
            <a:extLst>
              <a:ext uri="{FF2B5EF4-FFF2-40B4-BE49-F238E27FC236}">
                <a16:creationId xmlns:a16="http://schemas.microsoft.com/office/drawing/2014/main" id="{59B57E14-2ED1-40DC-9AF4-A33C2DEF4324}"/>
              </a:ext>
            </a:extLst>
          </p:cNvPr>
          <p:cNvSpPr>
            <a:spLocks noGrp="1"/>
          </p:cNvSpPr>
          <p:nvPr>
            <p:ph type="subTitle" idx="1"/>
          </p:nvPr>
        </p:nvSpPr>
        <p:spPr>
          <a:xfrm>
            <a:off x="1362808" y="3602038"/>
            <a:ext cx="9305192" cy="2561370"/>
          </a:xfrm>
        </p:spPr>
        <p:txBody>
          <a:bodyPr>
            <a:normAutofit/>
          </a:bodyPr>
          <a:lstStyle/>
          <a:p>
            <a:endParaRPr lang="en-US" dirty="0">
              <a:solidFill>
                <a:schemeClr val="accent4">
                  <a:lumMod val="50000"/>
                </a:schemeClr>
              </a:solidFill>
            </a:endParaRPr>
          </a:p>
          <a:p>
            <a:r>
              <a:rPr lang="en-US" dirty="0">
                <a:solidFill>
                  <a:schemeClr val="accent4">
                    <a:lumMod val="50000"/>
                  </a:schemeClr>
                </a:solidFill>
              </a:rPr>
              <a:t>Managing Customer Relations </a:t>
            </a:r>
          </a:p>
          <a:p>
            <a:r>
              <a:rPr lang="en-US" dirty="0">
                <a:solidFill>
                  <a:schemeClr val="accent4">
                    <a:lumMod val="50000"/>
                  </a:schemeClr>
                </a:solidFill>
              </a:rPr>
              <a:t>Effectively</a:t>
            </a:r>
          </a:p>
          <a:p>
            <a:endParaRPr lang="en-US" dirty="0">
              <a:solidFill>
                <a:schemeClr val="accent4">
                  <a:lumMod val="50000"/>
                </a:schemeClr>
              </a:solidFill>
            </a:endParaRPr>
          </a:p>
          <a:p>
            <a:pPr algn="l"/>
            <a:r>
              <a:rPr lang="en-US" sz="1200" i="1" dirty="0">
                <a:solidFill>
                  <a:schemeClr val="accent4">
                    <a:lumMod val="50000"/>
                  </a:schemeClr>
                </a:solidFill>
                <a:latin typeface="Aachen BT" panose="02040806020206050204" pitchFamily="18" charset="0"/>
              </a:rPr>
              <a:t>PRESENTED BY </a:t>
            </a:r>
          </a:p>
          <a:p>
            <a:pPr algn="l"/>
            <a:r>
              <a:rPr lang="en-US" sz="1200" i="1" dirty="0">
                <a:solidFill>
                  <a:schemeClr val="accent4">
                    <a:lumMod val="50000"/>
                  </a:schemeClr>
                </a:solidFill>
                <a:latin typeface="Aachen BT" panose="02040806020206050204" pitchFamily="18" charset="0"/>
              </a:rPr>
              <a:t>PRIYADHARSHINI</a:t>
            </a:r>
          </a:p>
        </p:txBody>
      </p:sp>
    </p:spTree>
    <p:extLst>
      <p:ext uri="{BB962C8B-B14F-4D97-AF65-F5344CB8AC3E}">
        <p14:creationId xmlns:p14="http://schemas.microsoft.com/office/powerpoint/2010/main" val="3069578343"/>
      </p:ext>
    </p:extLst>
  </p:cSld>
  <p:clrMapOvr>
    <a:masterClrMapping/>
  </p:clrMapOvr>
  <mc:AlternateContent xmlns:mc="http://schemas.openxmlformats.org/markup-compatibility/2006" xmlns:p14="http://schemas.microsoft.com/office/powerpoint/2010/main">
    <mc:Choice Requires="p14">
      <p:transition spd="slow" p14:dur="2000" advTm="5774"/>
    </mc:Choice>
    <mc:Fallback xmlns="">
      <p:transition spd="slow" advTm="577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AFAF-C839-4DB9-AFA1-422090B427D8}"/>
              </a:ext>
            </a:extLst>
          </p:cNvPr>
          <p:cNvSpPr>
            <a:spLocks noGrp="1"/>
          </p:cNvSpPr>
          <p:nvPr>
            <p:ph type="title"/>
          </p:nvPr>
        </p:nvSpPr>
        <p:spPr>
          <a:xfrm>
            <a:off x="838200" y="0"/>
            <a:ext cx="10515600" cy="6928337"/>
          </a:xfrm>
        </p:spPr>
        <p:txBody>
          <a:bodyPr>
            <a:normAutofit/>
          </a:bodyPr>
          <a:lstStyle/>
          <a:p>
            <a:r>
              <a:rPr lang="en-US" sz="3600" dirty="0"/>
              <a:t>W</a:t>
            </a:r>
            <a:r>
              <a:rPr lang="en-US" sz="2800" dirty="0"/>
              <a:t>e are pleased to inform you that your team has been successfully enrolled for the project. please find the team details below</a:t>
            </a:r>
            <a:br>
              <a:rPr lang="en-US" sz="2800" dirty="0"/>
            </a:br>
            <a:r>
              <a:rPr lang="en-US" sz="3200" dirty="0">
                <a:latin typeface="BauerBodni BT" panose="02070603080706020303" pitchFamily="18" charset="0"/>
              </a:rPr>
              <a:t>Team Leader</a:t>
            </a:r>
            <a:r>
              <a:rPr lang="en-US" dirty="0">
                <a:latin typeface="Amazone BT" panose="03020702040507090A04" pitchFamily="66" charset="0"/>
              </a:rPr>
              <a:t>: </a:t>
            </a:r>
            <a:br>
              <a:rPr lang="en-US" dirty="0"/>
            </a:br>
            <a:r>
              <a:rPr lang="en-US" sz="2000" dirty="0">
                <a:latin typeface="Amazone BT" panose="03020702040507090A04" pitchFamily="66" charset="0"/>
              </a:rPr>
              <a:t>                 </a:t>
            </a:r>
            <a:r>
              <a:rPr lang="en-US" sz="2000" dirty="0" err="1">
                <a:latin typeface="Amazone BT" panose="03020702040507090A04" pitchFamily="66" charset="0"/>
              </a:rPr>
              <a:t>Ashwathi.V</a:t>
            </a:r>
            <a:br>
              <a:rPr lang="en-US" sz="2000" dirty="0">
                <a:latin typeface="Amazone BT" panose="03020702040507090A04" pitchFamily="66" charset="0"/>
              </a:rPr>
            </a:br>
            <a:r>
              <a:rPr lang="en-US" sz="3200" dirty="0">
                <a:latin typeface="Bell MT" panose="02020503060305020303" pitchFamily="18" charset="0"/>
              </a:rPr>
              <a:t>Team Members</a:t>
            </a:r>
            <a:r>
              <a:rPr lang="en-US" dirty="0"/>
              <a:t>:</a:t>
            </a:r>
            <a:br>
              <a:rPr lang="en-US" dirty="0"/>
            </a:br>
            <a:r>
              <a:rPr lang="en-US" dirty="0"/>
              <a:t>       </a:t>
            </a:r>
            <a:r>
              <a:rPr lang="en-US" sz="2000" dirty="0" err="1">
                <a:latin typeface="Amazone BT" panose="03020702040507090A04" pitchFamily="66" charset="0"/>
              </a:rPr>
              <a:t>Indumathi.E</a:t>
            </a:r>
            <a:br>
              <a:rPr lang="en-US" sz="2000" dirty="0">
                <a:latin typeface="Amazone BT" panose="03020702040507090A04" pitchFamily="66" charset="0"/>
              </a:rPr>
            </a:br>
            <a:r>
              <a:rPr lang="en-US" sz="2000" dirty="0">
                <a:latin typeface="Amazone BT" panose="03020702040507090A04" pitchFamily="66" charset="0"/>
              </a:rPr>
              <a:t>              </a:t>
            </a:r>
            <a:r>
              <a:rPr lang="en-US" sz="2000" dirty="0" err="1">
                <a:latin typeface="Amazone BT" panose="03020702040507090A04" pitchFamily="66" charset="0"/>
              </a:rPr>
              <a:t>Priyadharshini.B</a:t>
            </a:r>
            <a:br>
              <a:rPr lang="en-US" sz="2000" dirty="0">
                <a:latin typeface="Amazone BT" panose="03020702040507090A04" pitchFamily="66" charset="0"/>
              </a:rPr>
            </a:br>
            <a:r>
              <a:rPr lang="en-US" sz="2000" dirty="0">
                <a:latin typeface="Amazone BT" panose="03020702040507090A04" pitchFamily="66" charset="0"/>
              </a:rPr>
              <a:t>              </a:t>
            </a:r>
            <a:r>
              <a:rPr lang="en-US" sz="2000" dirty="0" err="1">
                <a:latin typeface="Amazone BT" panose="03020702040507090A04" pitchFamily="66" charset="0"/>
              </a:rPr>
              <a:t>Jeevanya.G</a:t>
            </a:r>
            <a:br>
              <a:rPr lang="en-US" sz="2000" dirty="0">
                <a:latin typeface="Amazone BT" panose="03020702040507090A04" pitchFamily="66" charset="0"/>
              </a:rPr>
            </a:br>
            <a:r>
              <a:rPr lang="en-US" sz="2000" dirty="0">
                <a:latin typeface="Amazone BT" panose="03020702040507090A04" pitchFamily="66" charset="0"/>
              </a:rPr>
              <a:t>              </a:t>
            </a:r>
            <a:r>
              <a:rPr lang="en-US" sz="2000" dirty="0" err="1">
                <a:latin typeface="Amazone BT" panose="03020702040507090A04" pitchFamily="66" charset="0"/>
              </a:rPr>
              <a:t>Jeyashree.R</a:t>
            </a:r>
            <a:endParaRPr lang="en-US" sz="2000" dirty="0">
              <a:latin typeface="Amazone BT" panose="03020702040507090A04" pitchFamily="66" charset="0"/>
            </a:endParaRPr>
          </a:p>
        </p:txBody>
      </p:sp>
    </p:spTree>
    <p:extLst>
      <p:ext uri="{BB962C8B-B14F-4D97-AF65-F5344CB8AC3E}">
        <p14:creationId xmlns:p14="http://schemas.microsoft.com/office/powerpoint/2010/main" val="413986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34F0-E140-4389-8503-F0E0B5D46605}"/>
              </a:ext>
            </a:extLst>
          </p:cNvPr>
          <p:cNvSpPr>
            <a:spLocks noGrp="1"/>
          </p:cNvSpPr>
          <p:nvPr>
            <p:ph type="title"/>
          </p:nvPr>
        </p:nvSpPr>
        <p:spPr>
          <a:xfrm>
            <a:off x="107004" y="457200"/>
            <a:ext cx="4665021" cy="1600200"/>
          </a:xfrm>
        </p:spPr>
        <p:txBody>
          <a:bodyPr/>
          <a:lstStyle/>
          <a:p>
            <a:r>
              <a:rPr lang="en-US" dirty="0"/>
              <a:t>1.INTRODUCTION</a:t>
            </a:r>
          </a:p>
        </p:txBody>
      </p:sp>
      <p:pic>
        <p:nvPicPr>
          <p:cNvPr id="6" name="Picture Placeholder 5">
            <a:extLst>
              <a:ext uri="{FF2B5EF4-FFF2-40B4-BE49-F238E27FC236}">
                <a16:creationId xmlns:a16="http://schemas.microsoft.com/office/drawing/2014/main" id="{EDB4EBF6-025E-4663-AB45-B157C4D55A8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732" r="7732"/>
          <a:stretch>
            <a:fillRect/>
          </a:stretch>
        </p:blipFill>
        <p:spPr>
          <a:xfrm>
            <a:off x="5183188" y="943583"/>
            <a:ext cx="6172200" cy="4917467"/>
          </a:xfrm>
        </p:spPr>
      </p:pic>
      <p:sp>
        <p:nvSpPr>
          <p:cNvPr id="4" name="Text Placeholder 3">
            <a:extLst>
              <a:ext uri="{FF2B5EF4-FFF2-40B4-BE49-F238E27FC236}">
                <a16:creationId xmlns:a16="http://schemas.microsoft.com/office/drawing/2014/main" id="{D6C2788F-0569-4694-AF63-89D240356226}"/>
              </a:ext>
            </a:extLst>
          </p:cNvPr>
          <p:cNvSpPr>
            <a:spLocks noGrp="1"/>
          </p:cNvSpPr>
          <p:nvPr>
            <p:ph type="body" sz="half" idx="2"/>
          </p:nvPr>
        </p:nvSpPr>
        <p:spPr>
          <a:xfrm>
            <a:off x="1045369" y="2057400"/>
            <a:ext cx="3932237" cy="3811588"/>
          </a:xfrm>
        </p:spPr>
        <p:txBody>
          <a:bodyPr/>
          <a:lstStyle/>
          <a:p>
            <a:r>
              <a:rPr lang="en-US" sz="2400" dirty="0">
                <a:solidFill>
                  <a:srgbClr val="002060"/>
                </a:solidFill>
              </a:rPr>
              <a:t>A</a:t>
            </a:r>
            <a:r>
              <a:rPr lang="en-US" dirty="0">
                <a:solidFill>
                  <a:srgbClr val="002060"/>
                </a:solidFill>
              </a:rPr>
              <a:t> Contact Manager System is a software application used to store and manage contact information in an organized way. It helps users save details like name, phone number, email, and address. Instead of writing contacts manually, this system stores them digitally so they can be easily accessed, edited, or deleted. The main goal of this project is to make contact management simple, fast, and efficient.</a:t>
            </a:r>
          </a:p>
        </p:txBody>
      </p:sp>
    </p:spTree>
    <p:extLst>
      <p:ext uri="{BB962C8B-B14F-4D97-AF65-F5344CB8AC3E}">
        <p14:creationId xmlns:p14="http://schemas.microsoft.com/office/powerpoint/2010/main" val="11193834"/>
      </p:ext>
    </p:extLst>
  </p:cSld>
  <p:clrMapOvr>
    <a:masterClrMapping/>
  </p:clrMapOvr>
  <mc:AlternateContent xmlns:mc="http://schemas.openxmlformats.org/markup-compatibility/2006" xmlns:p14="http://schemas.microsoft.com/office/powerpoint/2010/main">
    <mc:Choice Requires="p14">
      <p:transition spd="slow" p14:dur="2000" advTm="4525"/>
    </mc:Choice>
    <mc:Fallback xmlns="">
      <p:transition spd="slow" advTm="452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DAB-762D-403D-8737-601DD9F2AFC6}"/>
              </a:ext>
            </a:extLst>
          </p:cNvPr>
          <p:cNvSpPr>
            <a:spLocks noGrp="1"/>
          </p:cNvSpPr>
          <p:nvPr>
            <p:ph type="title"/>
          </p:nvPr>
        </p:nvSpPr>
        <p:spPr/>
        <p:txBody>
          <a:bodyPr/>
          <a:lstStyle/>
          <a:p>
            <a:r>
              <a:rPr lang="en-US" dirty="0">
                <a:solidFill>
                  <a:schemeClr val="accent2">
                    <a:lumMod val="50000"/>
                  </a:schemeClr>
                </a:solidFill>
              </a:rPr>
              <a:t>2.OBJECTIVE</a:t>
            </a:r>
          </a:p>
        </p:txBody>
      </p:sp>
      <p:sp>
        <p:nvSpPr>
          <p:cNvPr id="3" name="Content Placeholder 2">
            <a:extLst>
              <a:ext uri="{FF2B5EF4-FFF2-40B4-BE49-F238E27FC236}">
                <a16:creationId xmlns:a16="http://schemas.microsoft.com/office/drawing/2014/main" id="{A9A2D35F-C599-4471-B62C-B6B9EE451DD6}"/>
              </a:ext>
            </a:extLst>
          </p:cNvPr>
          <p:cNvSpPr>
            <a:spLocks noGrp="1"/>
          </p:cNvSpPr>
          <p:nvPr>
            <p:ph idx="1"/>
          </p:nvPr>
        </p:nvSpPr>
        <p:spPr/>
        <p:txBody>
          <a:bodyPr/>
          <a:lstStyle/>
          <a:p>
            <a:r>
              <a:rPr lang="en-US" dirty="0">
                <a:solidFill>
                  <a:schemeClr val="bg2">
                    <a:lumMod val="25000"/>
                  </a:schemeClr>
                </a:solidFill>
              </a:rPr>
              <a:t>To store contact details digitally.</a:t>
            </a:r>
          </a:p>
          <a:p>
            <a:r>
              <a:rPr lang="en-US" dirty="0">
                <a:solidFill>
                  <a:schemeClr val="bg2">
                    <a:lumMod val="25000"/>
                  </a:schemeClr>
                </a:solidFill>
              </a:rPr>
              <a:t>To make searching contacts easy and fast.</a:t>
            </a:r>
          </a:p>
          <a:p>
            <a:r>
              <a:rPr lang="en-US" dirty="0">
                <a:solidFill>
                  <a:schemeClr val="bg2">
                    <a:lumMod val="25000"/>
                  </a:schemeClr>
                </a:solidFill>
              </a:rPr>
              <a:t>To allow users to add, edit, and delete contacts.</a:t>
            </a:r>
          </a:p>
          <a:p>
            <a:r>
              <a:rPr lang="en-US" dirty="0">
                <a:solidFill>
                  <a:schemeClr val="bg2">
                    <a:lumMod val="25000"/>
                  </a:schemeClr>
                </a:solidFill>
              </a:rPr>
              <a:t>To organize contact information in a structured format.</a:t>
            </a:r>
          </a:p>
          <a:p>
            <a:r>
              <a:rPr lang="en-US" dirty="0">
                <a:solidFill>
                  <a:schemeClr val="bg2">
                    <a:lumMod val="25000"/>
                  </a:schemeClr>
                </a:solidFill>
              </a:rPr>
              <a:t>To reduce manual work and avoid loss of contact details.</a:t>
            </a:r>
          </a:p>
        </p:txBody>
      </p:sp>
    </p:spTree>
    <p:extLst>
      <p:ext uri="{BB962C8B-B14F-4D97-AF65-F5344CB8AC3E}">
        <p14:creationId xmlns:p14="http://schemas.microsoft.com/office/powerpoint/2010/main" val="47753606"/>
      </p:ext>
    </p:extLst>
  </p:cSld>
  <p:clrMapOvr>
    <a:masterClrMapping/>
  </p:clrMapOvr>
  <mc:AlternateContent xmlns:mc="http://schemas.openxmlformats.org/markup-compatibility/2006" xmlns:p14="http://schemas.microsoft.com/office/powerpoint/2010/main">
    <mc:Choice Requires="p14">
      <p:transition spd="slow" p14:dur="2000" advTm="3513"/>
    </mc:Choice>
    <mc:Fallback xmlns="">
      <p:transition spd="slow" advTm="351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318A6-543F-4001-A67C-2C68A6029459}"/>
              </a:ext>
            </a:extLst>
          </p:cNvPr>
          <p:cNvSpPr>
            <a:spLocks noGrp="1"/>
          </p:cNvSpPr>
          <p:nvPr>
            <p:ph type="title"/>
          </p:nvPr>
        </p:nvSpPr>
        <p:spPr/>
        <p:txBody>
          <a:bodyPr/>
          <a:lstStyle/>
          <a:p>
            <a:r>
              <a:rPr lang="en-US" dirty="0"/>
              <a:t>3.FETURES</a:t>
            </a:r>
          </a:p>
        </p:txBody>
      </p:sp>
      <p:pic>
        <p:nvPicPr>
          <p:cNvPr id="6" name="Picture Placeholder 5">
            <a:extLst>
              <a:ext uri="{FF2B5EF4-FFF2-40B4-BE49-F238E27FC236}">
                <a16:creationId xmlns:a16="http://schemas.microsoft.com/office/drawing/2014/main" id="{9B84164E-EABA-4578-9655-084CBD70AB31}"/>
              </a:ext>
            </a:extLst>
          </p:cNvPr>
          <p:cNvPicPr>
            <a:picLocks noGrp="1" noChangeAspect="1"/>
          </p:cNvPicPr>
          <p:nvPr>
            <p:ph type="pic" idx="1"/>
          </p:nvPr>
        </p:nvPicPr>
        <p:blipFill rotWithShape="1">
          <a:blip r:embed="rId2">
            <a:alphaModFix/>
            <a:extLst>
              <a:ext uri="{28A0092B-C50C-407E-A947-70E740481C1C}">
                <a14:useLocalDpi xmlns:a14="http://schemas.microsoft.com/office/drawing/2010/main" val="0"/>
              </a:ext>
            </a:extLst>
          </a:blip>
          <a:srcRect l="14381" r="14381"/>
          <a:stretch/>
        </p:blipFill>
        <p:spPr>
          <a:prstGeom prst="rect">
            <a:avLst/>
          </a:prstGeom>
          <a:ln>
            <a:noFill/>
          </a:ln>
          <a:effectLst>
            <a:softEdge rad="112500"/>
          </a:effectLst>
        </p:spPr>
      </p:pic>
      <p:sp>
        <p:nvSpPr>
          <p:cNvPr id="4" name="Text Placeholder 3">
            <a:extLst>
              <a:ext uri="{FF2B5EF4-FFF2-40B4-BE49-F238E27FC236}">
                <a16:creationId xmlns:a16="http://schemas.microsoft.com/office/drawing/2014/main" id="{16B8C10C-6E00-4456-AEA0-F3588036A477}"/>
              </a:ext>
            </a:extLst>
          </p:cNvPr>
          <p:cNvSpPr>
            <a:spLocks noGrp="1"/>
          </p:cNvSpPr>
          <p:nvPr>
            <p:ph type="body" sz="half" idx="2"/>
          </p:nvPr>
        </p:nvSpPr>
        <p:spPr/>
        <p:txBody>
          <a:bodyPr/>
          <a:lstStyle/>
          <a:p>
            <a:r>
              <a:rPr lang="en-US" dirty="0"/>
              <a:t>Add Contact – Add new contact details.</a:t>
            </a:r>
          </a:p>
          <a:p>
            <a:r>
              <a:rPr lang="en-US" dirty="0"/>
              <a:t>View Contacts – Display all saved contacts.</a:t>
            </a:r>
          </a:p>
          <a:p>
            <a:r>
              <a:rPr lang="en-US" dirty="0"/>
              <a:t>Search Contact – Find a contact using name or number.</a:t>
            </a:r>
          </a:p>
          <a:p>
            <a:r>
              <a:rPr lang="en-US" dirty="0"/>
              <a:t>Update Contact – Edit existing contact information.</a:t>
            </a:r>
          </a:p>
          <a:p>
            <a:r>
              <a:rPr lang="en-US" dirty="0"/>
              <a:t>Delete Contact – Remove unwanted contacts.</a:t>
            </a:r>
          </a:p>
        </p:txBody>
      </p:sp>
    </p:spTree>
    <p:extLst>
      <p:ext uri="{BB962C8B-B14F-4D97-AF65-F5344CB8AC3E}">
        <p14:creationId xmlns:p14="http://schemas.microsoft.com/office/powerpoint/2010/main" val="642328848"/>
      </p:ext>
    </p:extLst>
  </p:cSld>
  <p:clrMapOvr>
    <a:masterClrMapping/>
  </p:clrMapOvr>
  <mc:AlternateContent xmlns:mc="http://schemas.openxmlformats.org/markup-compatibility/2006" xmlns:p14="http://schemas.microsoft.com/office/powerpoint/2010/main">
    <mc:Choice Requires="p14">
      <p:transition spd="slow" p14:dur="2000" advTm="3332"/>
    </mc:Choice>
    <mc:Fallback xmlns="">
      <p:transition spd="slow" advTm="333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8195D4-138C-437C-9497-90BAE4987945}"/>
              </a:ext>
            </a:extLst>
          </p:cNvPr>
          <p:cNvSpPr txBox="1"/>
          <p:nvPr/>
        </p:nvSpPr>
        <p:spPr>
          <a:xfrm>
            <a:off x="2822331" y="835270"/>
            <a:ext cx="5835286" cy="4031873"/>
          </a:xfrm>
          <a:prstGeom prst="rect">
            <a:avLst/>
          </a:prstGeom>
          <a:noFill/>
        </p:spPr>
        <p:txBody>
          <a:bodyPr wrap="square">
            <a:spAutoFit/>
          </a:bodyPr>
          <a:lstStyle/>
          <a:p>
            <a:r>
              <a:rPr lang="en-US" sz="4000" dirty="0">
                <a:solidFill>
                  <a:schemeClr val="accent6">
                    <a:lumMod val="75000"/>
                  </a:schemeClr>
                </a:solidFill>
              </a:rPr>
              <a:t>4.Technologies Used</a:t>
            </a:r>
          </a:p>
          <a:p>
            <a:r>
              <a:rPr lang="en-US" dirty="0">
                <a:solidFill>
                  <a:schemeClr val="accent4">
                    <a:lumMod val="75000"/>
                  </a:schemeClr>
                </a:solidFill>
              </a:rPr>
              <a:t>            </a:t>
            </a:r>
            <a:r>
              <a:rPr lang="en-US" sz="5400" dirty="0">
                <a:solidFill>
                  <a:schemeClr val="accent4">
                    <a:lumMod val="75000"/>
                  </a:schemeClr>
                </a:solidFill>
              </a:rPr>
              <a:t>.</a:t>
            </a:r>
            <a:r>
              <a:rPr lang="en-US" dirty="0">
                <a:solidFill>
                  <a:schemeClr val="accent4">
                    <a:lumMod val="75000"/>
                  </a:schemeClr>
                </a:solidFill>
              </a:rPr>
              <a:t>Programming Language:</a:t>
            </a:r>
          </a:p>
          <a:p>
            <a:r>
              <a:rPr lang="en-US" dirty="0">
                <a:solidFill>
                  <a:schemeClr val="accent4">
                    <a:lumMod val="75000"/>
                  </a:schemeClr>
                </a:solidFill>
              </a:rPr>
              <a:t>                   Java / Python / C based on contact manager</a:t>
            </a:r>
          </a:p>
          <a:p>
            <a:r>
              <a:rPr lang="en-US" dirty="0">
                <a:solidFill>
                  <a:schemeClr val="accent4">
                    <a:lumMod val="75000"/>
                  </a:schemeClr>
                </a:solidFill>
              </a:rPr>
              <a:t>            </a:t>
            </a:r>
            <a:r>
              <a:rPr lang="en-US" sz="5400" dirty="0">
                <a:solidFill>
                  <a:schemeClr val="accent4">
                    <a:lumMod val="75000"/>
                  </a:schemeClr>
                </a:solidFill>
              </a:rPr>
              <a:t>.</a:t>
            </a:r>
            <a:r>
              <a:rPr lang="en-US" dirty="0">
                <a:solidFill>
                  <a:schemeClr val="accent4">
                    <a:lumMod val="75000"/>
                  </a:schemeClr>
                </a:solidFill>
              </a:rPr>
              <a:t>IDE:</a:t>
            </a:r>
          </a:p>
          <a:p>
            <a:r>
              <a:rPr lang="en-US" dirty="0">
                <a:solidFill>
                  <a:schemeClr val="accent4">
                    <a:lumMod val="75000"/>
                  </a:schemeClr>
                </a:solidFill>
              </a:rPr>
              <a:t>                   VS Code / Eclipse / NetBeans</a:t>
            </a:r>
          </a:p>
          <a:p>
            <a:r>
              <a:rPr lang="en-US" dirty="0">
                <a:solidFill>
                  <a:schemeClr val="accent4">
                    <a:lumMod val="75000"/>
                  </a:schemeClr>
                </a:solidFill>
              </a:rPr>
              <a:t>           </a:t>
            </a:r>
            <a:r>
              <a:rPr lang="en-US" sz="5400" dirty="0">
                <a:solidFill>
                  <a:schemeClr val="accent4">
                    <a:lumMod val="75000"/>
                  </a:schemeClr>
                </a:solidFill>
              </a:rPr>
              <a:t>.</a:t>
            </a:r>
            <a:r>
              <a:rPr lang="en-US" dirty="0">
                <a:solidFill>
                  <a:schemeClr val="accent4">
                    <a:lumMod val="75000"/>
                  </a:schemeClr>
                </a:solidFill>
              </a:rPr>
              <a:t>Database:</a:t>
            </a:r>
          </a:p>
          <a:p>
            <a:r>
              <a:rPr lang="en-US" dirty="0">
                <a:solidFill>
                  <a:schemeClr val="accent4">
                    <a:lumMod val="75000"/>
                  </a:schemeClr>
                </a:solidFill>
              </a:rPr>
              <a:t>                    File System / MySQL</a:t>
            </a:r>
          </a:p>
        </p:txBody>
      </p:sp>
    </p:spTree>
    <p:extLst>
      <p:ext uri="{BB962C8B-B14F-4D97-AF65-F5344CB8AC3E}">
        <p14:creationId xmlns:p14="http://schemas.microsoft.com/office/powerpoint/2010/main" val="694043667"/>
      </p:ext>
    </p:extLst>
  </p:cSld>
  <p:clrMapOvr>
    <a:masterClrMapping/>
  </p:clrMapOvr>
  <mc:AlternateContent xmlns:mc="http://schemas.openxmlformats.org/markup-compatibility/2006" xmlns:p14="http://schemas.microsoft.com/office/powerpoint/2010/main">
    <mc:Choice Requires="p14">
      <p:transition spd="slow" p14:dur="2000" advTm="2252"/>
    </mc:Choice>
    <mc:Fallback xmlns="">
      <p:transition spd="slow" advTm="225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C88B-238A-4C39-9B5E-C1D5531D0CC7}"/>
              </a:ext>
            </a:extLst>
          </p:cNvPr>
          <p:cNvSpPr>
            <a:spLocks noGrp="1"/>
          </p:cNvSpPr>
          <p:nvPr>
            <p:ph type="title"/>
          </p:nvPr>
        </p:nvSpPr>
        <p:spPr>
          <a:xfrm>
            <a:off x="945295" y="188912"/>
            <a:ext cx="4314862" cy="1600200"/>
          </a:xfrm>
        </p:spPr>
        <p:txBody>
          <a:bodyPr>
            <a:normAutofit/>
          </a:bodyPr>
          <a:lstStyle/>
          <a:p>
            <a:r>
              <a:rPr lang="en-US" sz="3600" dirty="0">
                <a:solidFill>
                  <a:schemeClr val="accent5">
                    <a:lumMod val="50000"/>
                  </a:schemeClr>
                </a:solidFill>
              </a:rPr>
              <a:t>5.SystemRequirement</a:t>
            </a:r>
          </a:p>
        </p:txBody>
      </p:sp>
      <p:pic>
        <p:nvPicPr>
          <p:cNvPr id="6" name="Picture Placeholder 5">
            <a:extLst>
              <a:ext uri="{FF2B5EF4-FFF2-40B4-BE49-F238E27FC236}">
                <a16:creationId xmlns:a16="http://schemas.microsoft.com/office/drawing/2014/main" id="{7FD40310-1EFD-4423-B384-1587345305F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891" r="7891"/>
          <a:stretch>
            <a:fillRect/>
          </a:stretch>
        </p:blipFill>
        <p:spPr>
          <a:xfrm>
            <a:off x="5578843" y="1789112"/>
            <a:ext cx="4646612" cy="2925152"/>
          </a:xfrm>
        </p:spPr>
      </p:pic>
      <p:sp>
        <p:nvSpPr>
          <p:cNvPr id="4" name="Text Placeholder 3">
            <a:extLst>
              <a:ext uri="{FF2B5EF4-FFF2-40B4-BE49-F238E27FC236}">
                <a16:creationId xmlns:a16="http://schemas.microsoft.com/office/drawing/2014/main" id="{0D406D21-0105-4576-A62F-58A000A8A050}"/>
              </a:ext>
            </a:extLst>
          </p:cNvPr>
          <p:cNvSpPr>
            <a:spLocks noGrp="1"/>
          </p:cNvSpPr>
          <p:nvPr>
            <p:ph type="body" sz="half" idx="2"/>
          </p:nvPr>
        </p:nvSpPr>
        <p:spPr/>
        <p:txBody>
          <a:bodyPr>
            <a:normAutofit/>
          </a:bodyPr>
          <a:lstStyle/>
          <a:p>
            <a:pPr marL="285750" indent="-285750">
              <a:buFontTx/>
              <a:buChar char="-"/>
            </a:pPr>
            <a:r>
              <a:rPr lang="en-US" sz="2800" dirty="0">
                <a:solidFill>
                  <a:srgbClr val="002060"/>
                </a:solidFill>
              </a:rPr>
              <a:t>Hardware requirements computer or laptop minimum 4GB RAM</a:t>
            </a:r>
          </a:p>
          <a:p>
            <a:pPr marL="285750" indent="-285750">
              <a:buFontTx/>
              <a:buChar char="-"/>
            </a:pPr>
            <a:r>
              <a:rPr lang="en-US" sz="2800" dirty="0">
                <a:solidFill>
                  <a:srgbClr val="002060"/>
                </a:solidFill>
              </a:rPr>
              <a:t>Software requirements Java JDK any IDK(Eclipse/NetBeans)</a:t>
            </a:r>
          </a:p>
        </p:txBody>
      </p:sp>
    </p:spTree>
    <p:extLst>
      <p:ext uri="{BB962C8B-B14F-4D97-AF65-F5344CB8AC3E}">
        <p14:creationId xmlns:p14="http://schemas.microsoft.com/office/powerpoint/2010/main" val="135937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36F9-E5BA-45D6-B62D-A4A1C398AFF9}"/>
              </a:ext>
            </a:extLst>
          </p:cNvPr>
          <p:cNvSpPr>
            <a:spLocks noGrp="1"/>
          </p:cNvSpPr>
          <p:nvPr>
            <p:ph type="title"/>
          </p:nvPr>
        </p:nvSpPr>
        <p:spPr/>
        <p:txBody>
          <a:bodyPr>
            <a:normAutofit/>
          </a:bodyPr>
          <a:lstStyle/>
          <a:p>
            <a:r>
              <a:rPr lang="en-US" sz="2400" dirty="0">
                <a:solidFill>
                  <a:schemeClr val="accent2">
                    <a:lumMod val="75000"/>
                  </a:schemeClr>
                </a:solidFill>
              </a:rPr>
              <a:t>6.Working of contact manager</a:t>
            </a:r>
          </a:p>
        </p:txBody>
      </p:sp>
      <p:pic>
        <p:nvPicPr>
          <p:cNvPr id="6" name="Content Placeholder 5">
            <a:extLst>
              <a:ext uri="{FF2B5EF4-FFF2-40B4-BE49-F238E27FC236}">
                <a16:creationId xmlns:a16="http://schemas.microsoft.com/office/drawing/2014/main" id="{4D470DCD-2F7E-44F0-92CD-04BB9ABB2F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6400" y="1780442"/>
            <a:ext cx="4106008" cy="3297115"/>
          </a:xfrm>
          <a:prstGeom prst="rect">
            <a:avLst/>
          </a:prstGeom>
          <a:ln>
            <a:noFill/>
          </a:ln>
          <a:effectLst>
            <a:softEdge rad="112500"/>
          </a:effectLst>
        </p:spPr>
      </p:pic>
      <p:sp>
        <p:nvSpPr>
          <p:cNvPr id="4" name="Text Placeholder 3">
            <a:extLst>
              <a:ext uri="{FF2B5EF4-FFF2-40B4-BE49-F238E27FC236}">
                <a16:creationId xmlns:a16="http://schemas.microsoft.com/office/drawing/2014/main" id="{D0381883-A1BF-48E3-A217-A27402CFEDE5}"/>
              </a:ext>
            </a:extLst>
          </p:cNvPr>
          <p:cNvSpPr>
            <a:spLocks noGrp="1"/>
          </p:cNvSpPr>
          <p:nvPr>
            <p:ph type="body" sz="half" idx="2"/>
          </p:nvPr>
        </p:nvSpPr>
        <p:spPr/>
        <p:txBody>
          <a:bodyPr>
            <a:normAutofit/>
          </a:bodyPr>
          <a:lstStyle/>
          <a:p>
            <a:r>
              <a:rPr lang="en-US" sz="4400" dirty="0"/>
              <a:t>.</a:t>
            </a:r>
            <a:r>
              <a:rPr lang="en-US" sz="3200" dirty="0">
                <a:solidFill>
                  <a:srgbClr val="002060"/>
                </a:solidFill>
              </a:rPr>
              <a:t>User opens the application user can add a new contact contacts are stored in database/</a:t>
            </a:r>
            <a:r>
              <a:rPr lang="en-US" sz="3200" dirty="0" err="1">
                <a:solidFill>
                  <a:srgbClr val="002060"/>
                </a:solidFill>
              </a:rPr>
              <a:t>fileUser</a:t>
            </a:r>
            <a:r>
              <a:rPr lang="en-US" sz="3200" dirty="0">
                <a:solidFill>
                  <a:srgbClr val="002060"/>
                </a:solidFill>
              </a:rPr>
              <a:t> can </a:t>
            </a:r>
            <a:r>
              <a:rPr lang="en-US" sz="3200" dirty="0" err="1">
                <a:solidFill>
                  <a:srgbClr val="002060"/>
                </a:solidFill>
              </a:rPr>
              <a:t>search,edit,or</a:t>
            </a:r>
            <a:r>
              <a:rPr lang="en-US" sz="3200" dirty="0">
                <a:solidFill>
                  <a:srgbClr val="002060"/>
                </a:solidFill>
              </a:rPr>
              <a:t> delete contacts</a:t>
            </a:r>
          </a:p>
        </p:txBody>
      </p:sp>
    </p:spTree>
    <p:extLst>
      <p:ext uri="{BB962C8B-B14F-4D97-AF65-F5344CB8AC3E}">
        <p14:creationId xmlns:p14="http://schemas.microsoft.com/office/powerpoint/2010/main" val="3672568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558664-0B00-4CA3-9FC6-73730A9E8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6135" y="194551"/>
            <a:ext cx="4037384" cy="3122781"/>
          </a:xfrm>
          <a:prstGeom prst="rect">
            <a:avLst/>
          </a:prstGeom>
        </p:spPr>
      </p:pic>
      <p:pic>
        <p:nvPicPr>
          <p:cNvPr id="5" name="Picture 4">
            <a:extLst>
              <a:ext uri="{FF2B5EF4-FFF2-40B4-BE49-F238E27FC236}">
                <a16:creationId xmlns:a16="http://schemas.microsoft.com/office/drawing/2014/main" id="{765C5D80-B7FE-4CB0-ABE7-7FC4A9BAE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9708" y="194552"/>
            <a:ext cx="3962400" cy="3122780"/>
          </a:xfrm>
          <a:prstGeom prst="rect">
            <a:avLst/>
          </a:prstGeom>
        </p:spPr>
      </p:pic>
      <p:pic>
        <p:nvPicPr>
          <p:cNvPr id="7" name="Picture 6">
            <a:extLst>
              <a:ext uri="{FF2B5EF4-FFF2-40B4-BE49-F238E27FC236}">
                <a16:creationId xmlns:a16="http://schemas.microsoft.com/office/drawing/2014/main" id="{E0669DA1-A501-4759-AFEF-B4DB932A6F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482" y="194551"/>
            <a:ext cx="3627200" cy="3122781"/>
          </a:xfrm>
          <a:prstGeom prst="rect">
            <a:avLst/>
          </a:prstGeom>
        </p:spPr>
      </p:pic>
      <p:sp>
        <p:nvSpPr>
          <p:cNvPr id="9" name="TextBox 8">
            <a:extLst>
              <a:ext uri="{FF2B5EF4-FFF2-40B4-BE49-F238E27FC236}">
                <a16:creationId xmlns:a16="http://schemas.microsoft.com/office/drawing/2014/main" id="{B97CD6A5-A964-4746-A067-6DBEA4C8DD8E}"/>
              </a:ext>
            </a:extLst>
          </p:cNvPr>
          <p:cNvSpPr txBox="1"/>
          <p:nvPr/>
        </p:nvSpPr>
        <p:spPr>
          <a:xfrm>
            <a:off x="875489" y="3764604"/>
            <a:ext cx="7655668" cy="2308324"/>
          </a:xfrm>
          <a:prstGeom prst="rect">
            <a:avLst/>
          </a:prstGeom>
          <a:noFill/>
        </p:spPr>
        <p:txBody>
          <a:bodyPr wrap="square">
            <a:spAutoFit/>
          </a:bodyPr>
          <a:lstStyle/>
          <a:p>
            <a:r>
              <a:rPr lang="en-US" sz="3600" dirty="0"/>
              <a:t>7.Conclusion</a:t>
            </a:r>
          </a:p>
          <a:p>
            <a:r>
              <a:rPr lang="en-US" dirty="0"/>
              <a:t>-The Contact Manager System helps users manage their contacts easily and efficiently.</a:t>
            </a:r>
          </a:p>
          <a:p>
            <a:r>
              <a:rPr lang="en-US" dirty="0"/>
              <a:t>-It reduces manual work and keeps contact information organized.</a:t>
            </a:r>
          </a:p>
          <a:p>
            <a:r>
              <a:rPr lang="en-US" dirty="0"/>
              <a:t>-It allows </a:t>
            </a:r>
            <a:r>
              <a:rPr lang="en-US" dirty="0" err="1"/>
              <a:t>adding,updating,deleting,and</a:t>
            </a:r>
            <a:r>
              <a:rPr lang="en-US" dirty="0"/>
              <a:t> searching contact quickly.</a:t>
            </a:r>
          </a:p>
          <a:p>
            <a:r>
              <a:rPr lang="en-US" dirty="0"/>
              <a:t>-This project shows hoe technology can make contact management simple and efficient.</a:t>
            </a:r>
          </a:p>
        </p:txBody>
      </p:sp>
    </p:spTree>
    <p:extLst>
      <p:ext uri="{BB962C8B-B14F-4D97-AF65-F5344CB8AC3E}">
        <p14:creationId xmlns:p14="http://schemas.microsoft.com/office/powerpoint/2010/main" val="2414246561"/>
      </p:ext>
    </p:extLst>
  </p:cSld>
  <p:clrMapOvr>
    <a:masterClrMapping/>
  </p:clrMapOvr>
  <mc:AlternateContent xmlns:mc="http://schemas.openxmlformats.org/markup-compatibility/2006" xmlns:p14="http://schemas.microsoft.com/office/powerpoint/2010/main">
    <mc:Choice Requires="p14">
      <p:transition spd="slow" p14:dur="2000" advTm="2686"/>
    </mc:Choice>
    <mc:Fallback xmlns="">
      <p:transition spd="slow" advTm="268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0E3E-1CFE-4A3D-A780-E2FDEE070299}"/>
              </a:ext>
            </a:extLst>
          </p:cNvPr>
          <p:cNvSpPr>
            <a:spLocks noGrp="1"/>
          </p:cNvSpPr>
          <p:nvPr>
            <p:ph type="title"/>
          </p:nvPr>
        </p:nvSpPr>
        <p:spPr>
          <a:xfrm>
            <a:off x="2690446" y="1196503"/>
            <a:ext cx="9216208" cy="2461097"/>
          </a:xfrm>
        </p:spPr>
        <p:txBody>
          <a:bodyPr>
            <a:normAutofit/>
          </a:bodyPr>
          <a:lstStyle/>
          <a:p>
            <a:r>
              <a:rPr lang="en-US" sz="7200" dirty="0">
                <a:solidFill>
                  <a:srgbClr val="002060"/>
                </a:solidFill>
                <a:latin typeface="Candara" panose="020E0502030303020204" pitchFamily="34" charset="0"/>
              </a:rPr>
              <a:t>THANKYOU</a:t>
            </a:r>
          </a:p>
        </p:txBody>
      </p:sp>
      <p:sp>
        <p:nvSpPr>
          <p:cNvPr id="3" name="TextBox 2">
            <a:extLst>
              <a:ext uri="{FF2B5EF4-FFF2-40B4-BE49-F238E27FC236}">
                <a16:creationId xmlns:a16="http://schemas.microsoft.com/office/drawing/2014/main" id="{76409C18-340F-4A97-A05A-0AA0FE3B95E2}"/>
              </a:ext>
            </a:extLst>
          </p:cNvPr>
          <p:cNvSpPr txBox="1"/>
          <p:nvPr/>
        </p:nvSpPr>
        <p:spPr>
          <a:xfrm>
            <a:off x="9741315" y="5661497"/>
            <a:ext cx="3482502" cy="1223412"/>
          </a:xfrm>
          <a:prstGeom prst="rect">
            <a:avLst/>
          </a:prstGeom>
          <a:noFill/>
        </p:spPr>
        <p:txBody>
          <a:bodyPr wrap="square" rtlCol="0">
            <a:spAutoFit/>
          </a:bodyPr>
          <a:lstStyle/>
          <a:p>
            <a:r>
              <a:rPr lang="en-US" sz="1050" dirty="0">
                <a:solidFill>
                  <a:srgbClr val="002060"/>
                </a:solidFill>
                <a:latin typeface="Balloon XBd BT" panose="03060902030402060201" pitchFamily="66" charset="0"/>
              </a:rPr>
              <a:t>BY</a:t>
            </a:r>
          </a:p>
          <a:p>
            <a:r>
              <a:rPr lang="en-US" sz="1050" dirty="0">
                <a:solidFill>
                  <a:srgbClr val="002060"/>
                </a:solidFill>
                <a:latin typeface="Balloon XBd BT" panose="03060902030402060201" pitchFamily="66" charset="0"/>
              </a:rPr>
              <a:t>   </a:t>
            </a:r>
            <a:r>
              <a:rPr lang="en-US" sz="1050" dirty="0" err="1">
                <a:solidFill>
                  <a:srgbClr val="002060"/>
                </a:solidFill>
                <a:latin typeface="Balloon XBd BT" panose="03060902030402060201" pitchFamily="66" charset="0"/>
              </a:rPr>
              <a:t>ashwathi</a:t>
            </a:r>
            <a:endParaRPr lang="en-US" sz="1050" dirty="0">
              <a:solidFill>
                <a:srgbClr val="002060"/>
              </a:solidFill>
              <a:latin typeface="Balloon XBd BT" panose="03060902030402060201" pitchFamily="66" charset="0"/>
            </a:endParaRPr>
          </a:p>
          <a:p>
            <a:r>
              <a:rPr lang="en-US" sz="1050" dirty="0">
                <a:solidFill>
                  <a:srgbClr val="002060"/>
                </a:solidFill>
                <a:latin typeface="Balloon XBd BT" panose="03060902030402060201" pitchFamily="66" charset="0"/>
              </a:rPr>
              <a:t>   PRIYADHARSHINI</a:t>
            </a:r>
          </a:p>
          <a:p>
            <a:r>
              <a:rPr lang="en-US" sz="1050" dirty="0">
                <a:solidFill>
                  <a:srgbClr val="002060"/>
                </a:solidFill>
                <a:latin typeface="Balloon XBd BT" panose="03060902030402060201" pitchFamily="66" charset="0"/>
              </a:rPr>
              <a:t>   INDUMATHI</a:t>
            </a:r>
          </a:p>
          <a:p>
            <a:r>
              <a:rPr lang="en-US" sz="1050" dirty="0">
                <a:solidFill>
                  <a:srgbClr val="002060"/>
                </a:solidFill>
                <a:latin typeface="Balloon XBd BT" panose="03060902030402060201" pitchFamily="66" charset="0"/>
              </a:rPr>
              <a:t>   JEYASHREE</a:t>
            </a:r>
          </a:p>
          <a:p>
            <a:r>
              <a:rPr lang="en-US" sz="1050" dirty="0">
                <a:solidFill>
                  <a:srgbClr val="002060"/>
                </a:solidFill>
                <a:latin typeface="Balloon XBd BT" panose="03060902030402060201" pitchFamily="66" charset="0"/>
              </a:rPr>
              <a:t>   JEEVANYA</a:t>
            </a:r>
          </a:p>
          <a:p>
            <a:r>
              <a:rPr lang="en-US" sz="1050" dirty="0">
                <a:solidFill>
                  <a:srgbClr val="002060"/>
                </a:solidFill>
                <a:latin typeface="Balloon XBd BT" panose="03060902030402060201" pitchFamily="66" charset="0"/>
              </a:rPr>
              <a:t>      </a:t>
            </a:r>
          </a:p>
        </p:txBody>
      </p:sp>
    </p:spTree>
    <p:extLst>
      <p:ext uri="{BB962C8B-B14F-4D97-AF65-F5344CB8AC3E}">
        <p14:creationId xmlns:p14="http://schemas.microsoft.com/office/powerpoint/2010/main" val="1653012788"/>
      </p:ext>
    </p:extLst>
  </p:cSld>
  <p:clrMapOvr>
    <a:masterClrMapping/>
  </p:clrMapOvr>
  <mc:AlternateContent xmlns:mc="http://schemas.openxmlformats.org/markup-compatibility/2006" xmlns:p14="http://schemas.microsoft.com/office/powerpoint/2010/main">
    <mc:Choice Requires="p14">
      <p:transition spd="slow" p14:dur="2000" advTm="2803"/>
    </mc:Choice>
    <mc:Fallback xmlns="">
      <p:transition spd="slow" advTm="280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404</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Aachen BT</vt:lpstr>
      <vt:lpstr>Algerian</vt:lpstr>
      <vt:lpstr>Amazone BT</vt:lpstr>
      <vt:lpstr>Arial</vt:lpstr>
      <vt:lpstr>Balloon XBd BT</vt:lpstr>
      <vt:lpstr>BauerBodni BT</vt:lpstr>
      <vt:lpstr>Bell MT</vt:lpstr>
      <vt:lpstr>Calibri</vt:lpstr>
      <vt:lpstr>Calibri Light</vt:lpstr>
      <vt:lpstr>Candara</vt:lpstr>
      <vt:lpstr>Office Theme</vt:lpstr>
      <vt:lpstr>   CONTACT                    MANAGER</vt:lpstr>
      <vt:lpstr>We are pleased to inform you that your team has been successfully enrolled for the project. please find the team details below Team Leader:                   Ashwathi.V Team Members:        Indumathi.E               Priyadharshini.B               Jeevanya.G               Jeyashree.R</vt:lpstr>
      <vt:lpstr>1.INTRODUCTION</vt:lpstr>
      <vt:lpstr>2.OBJECTIVE</vt:lpstr>
      <vt:lpstr>3.FETURES</vt:lpstr>
      <vt:lpstr>PowerPoint Presentation</vt:lpstr>
      <vt:lpstr>5.SystemRequirement</vt:lpstr>
      <vt:lpstr>6.Working of contact manager</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                    MANAGER</dc:title>
  <dc:creator>priyadharshini112506@outlook.com</dc:creator>
  <cp:lastModifiedBy>ARTISTICDREAMS PHOTOGRAPHY</cp:lastModifiedBy>
  <cp:revision>5</cp:revision>
  <dcterms:created xsi:type="dcterms:W3CDTF">2026-03-08T06:39:32Z</dcterms:created>
  <dcterms:modified xsi:type="dcterms:W3CDTF">2026-03-08T17:08:02Z</dcterms:modified>
</cp:coreProperties>
</file>